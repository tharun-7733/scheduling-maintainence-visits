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7"/>
    <p:restoredTop sz="96286"/>
  </p:normalViewPr>
  <p:slideViewPr>
    <p:cSldViewPr snapToGrid="0">
      <p:cViewPr varScale="1">
        <p:scale>
          <a:sx n="116" d="100"/>
          <a:sy n="116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D27FB-671D-7344-A985-FDDDED59CAED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F9869-128B-CE40-B635-10625EC19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7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2F9869-128B-CE40-B635-10625EC192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6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5F2A-EBCC-1810-209B-B8219CDB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6493A-AE3B-46C8-BEDA-A4E759D77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715E2-AE93-C659-F1EE-F74D09E8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9BC74-2C25-496E-960D-3BEEC7F6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53F9F-C678-D3A0-46E6-5408D124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13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27F3-A726-B6B8-5F69-7A41F0CDC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4737B-5352-4E53-F0B9-E33474FA6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68906-A87E-CCD4-1482-3964843E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7B44-8C80-5605-BE17-5CAD549C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9794E-8F37-808C-4C9B-CD6FC09C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0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47B9-5AF5-E775-70EA-81CA3287B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60FB4-52AD-916B-DC1E-9FD227D27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900BE-6F0C-3BF3-F2A1-B6BDC52E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7CF3A-2078-E29A-8127-25FE3769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85096-CB5F-C775-8734-36F03461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8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EDE9-832E-089A-3CBD-707AC3F2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630F-2BE2-418F-1507-A92B801F1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3D4AF-CB13-BE99-8BB7-793CEF45B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A5E34-1E66-69EE-8584-FB33ADBC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24CD0-704A-7EA6-BE99-00F6A0FB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D0DD0-8A8A-BC54-8ADC-537E9AAA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7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1781-C5F9-1932-C038-AB5A640F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DF42F-23E3-FC0D-3269-D4C7C1435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5A5F6-C581-4A70-BE72-97A3B7522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9B1A5-6804-56F6-A2F5-6DC7245FB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63253-FD7B-492A-9E5A-FE3D0D1C6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4A8AA-B1EA-634C-5365-A6BA3139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6632D1-5706-7188-2532-4BD02F1F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BD764-880B-219E-CFA9-3076AD25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5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0751-9203-F7CD-E2C0-75893B5F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2C814-1667-7F61-C35F-F6A91349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5A222-985A-7202-1BE5-A1BE2DA8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7B31E-CB04-BA65-0A6B-AE4F3076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2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06E44-1E7A-4EDF-A21A-7765CDACD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D95D9-0850-F3B2-F777-5A13D930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32380-F536-FD27-0F51-32D0557E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9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4BD4-090C-ED2F-3E94-02820345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3469C-0C80-5CCA-9A61-6ACE1D9E7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F90DD-11C8-BA3D-85B4-188AE6CBD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ABE7F-37E0-B70F-4C28-AADC40D3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0237E-A871-3FEB-68B0-9E0FD157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B8478-400D-8B42-A90E-DDF4B52B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1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F59B-0641-94E4-C3E6-24D1FDBDE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2EA3A-874E-59CA-D164-6D8ED5860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CAF6E-C4AD-F24A-9236-FB3E36369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888FD-5C69-1BCF-E6CE-C0F40F80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56FE9-4753-74E8-306E-45F9423A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D225B-F8C5-370E-9B48-BE3CB42B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7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8FA56-9D45-966C-A0BC-0BED0F8CB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BC797-BF27-CC68-286C-D813DDA57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7A619-467F-696F-F785-3BF23679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8A0E7-B7A3-8A07-DEA7-97F9B1C5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F9653-8093-02A0-6C59-AF88D764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8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10B53-A252-1C64-DDAA-5D3CC87BF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457E0-D575-F323-EE06-D92E9014A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ECC5D-11FF-8C41-07CC-7EB37DF4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0655E-EDFC-A1CF-BDB7-79EBF752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BF08E-9E04-12D5-3957-44754A01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4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122E5-CCFA-2C5C-C52D-7B72C234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44560-1A8B-739F-83BC-B47C5F0CC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55B81-C0D5-84FA-2B1B-2A9BC0B4D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C19E1-E77E-A64C-98CD-5D24847797F6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A2ED3-3717-8565-2C68-FC2AE7D26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885A8-7C82-318F-B65A-62013C78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3C651-7926-D047-977D-40F396A5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2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56F4-D316-AD5F-364E-EB1516399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1524000" y="3509962"/>
            <a:ext cx="9144000" cy="5887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AA2FC-39D3-EBCA-074D-0429B97C6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442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</p:txBody>
      </p:sp>
      <p:pic>
        <p:nvPicPr>
          <p:cNvPr id="27" name="Picture 26" descr="A computer screen with a computer screen and text&#10;&#10;AI-generated content may be incorrect.">
            <a:extLst>
              <a:ext uri="{FF2B5EF4-FFF2-40B4-BE49-F238E27FC236}">
                <a16:creationId xmlns:a16="http://schemas.microsoft.com/office/drawing/2014/main" id="{12E74DD3-BC3D-1754-E6C2-41DB3587F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2680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7411-FC68-1340-038F-1A601F80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D9B08EF-EA6C-EA8D-7C86-F72EC5164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4350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91288-BA07-F614-39C4-140A598A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screenshot of a presentation&#10;&#10;AI-generated content may be incorrect.">
            <a:extLst>
              <a:ext uri="{FF2B5EF4-FFF2-40B4-BE49-F238E27FC236}">
                <a16:creationId xmlns:a16="http://schemas.microsoft.com/office/drawing/2014/main" id="{9963A5B3-30D6-99D3-8E16-13BB7D9CF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46415905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4360-F30F-7712-65F2-04C6BBC5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oster of a hospital room&#10;&#10;AI-generated content may be incorrect.">
            <a:extLst>
              <a:ext uri="{FF2B5EF4-FFF2-40B4-BE49-F238E27FC236}">
                <a16:creationId xmlns:a16="http://schemas.microsoft.com/office/drawing/2014/main" id="{267559D6-5007-46A7-E2F0-8BEAA7C88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3911721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D36D-66E9-1222-A6E4-427B3D16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tablet&#10;&#10;AI-generated content may be incorrect.">
            <a:extLst>
              <a:ext uri="{FF2B5EF4-FFF2-40B4-BE49-F238E27FC236}">
                <a16:creationId xmlns:a16="http://schemas.microsoft.com/office/drawing/2014/main" id="{BB0CE10B-636A-9C2A-E03E-F6795549A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66857"/>
          </a:xfrm>
        </p:spPr>
      </p:pic>
    </p:spTree>
    <p:extLst>
      <p:ext uri="{BB962C8B-B14F-4D97-AF65-F5344CB8AC3E}">
        <p14:creationId xmlns:p14="http://schemas.microsoft.com/office/powerpoint/2010/main" val="83078893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E26B-75D0-278A-384C-C608DE5B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F42E41-7878-8867-847F-AE9E6D2CD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627048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7CAE-F33C-CF04-5BBF-90C27CB5D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223071C-A88A-E7A1-98AD-7C17FD937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44594152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AA271-51C5-D10C-6B32-E9955DC2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model of a model&#10;&#10;AI-generated content may be incorrect.">
            <a:extLst>
              <a:ext uri="{FF2B5EF4-FFF2-40B4-BE49-F238E27FC236}">
                <a16:creationId xmlns:a16="http://schemas.microsoft.com/office/drawing/2014/main" id="{5755BAFA-476B-A125-E63D-79191142F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5057530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27CC-2784-F100-C32B-80C47D19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A0221A4C-F6A7-D0CB-BB80-2CD314071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91673013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C33E-CDC7-F79D-103A-22F266F3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with colored lines&#10;&#10;AI-generated content may be incorrect.">
            <a:extLst>
              <a:ext uri="{FF2B5EF4-FFF2-40B4-BE49-F238E27FC236}">
                <a16:creationId xmlns:a16="http://schemas.microsoft.com/office/drawing/2014/main" id="{BF56F0DD-2252-17E1-2FD0-AB2C6D8AA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94900630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898C2-89D6-94E9-9ACC-1B9B9816E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medical device&#10;&#10;AI-generated content may be incorrect.">
            <a:extLst>
              <a:ext uri="{FF2B5EF4-FFF2-40B4-BE49-F238E27FC236}">
                <a16:creationId xmlns:a16="http://schemas.microsoft.com/office/drawing/2014/main" id="{11DE0B07-FB8B-C662-E8B0-AFA025669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9610163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067B-1E50-C522-A515-56218DF3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132565-8F7C-7426-AE8A-006E56ED9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109940960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</Words>
  <Application>Microsoft Macintosh PowerPoint</Application>
  <PresentationFormat>Widescreen</PresentationFormat>
  <Paragraphs>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Tharun tej</dc:creator>
  <cp:lastModifiedBy>Tharun tej</cp:lastModifiedBy>
  <cp:revision>3</cp:revision>
  <dcterms:created xsi:type="dcterms:W3CDTF">2026-01-03T08:11:20Z</dcterms:created>
  <dcterms:modified xsi:type="dcterms:W3CDTF">2026-01-03T08:41:28Z</dcterms:modified>
</cp:coreProperties>
</file>